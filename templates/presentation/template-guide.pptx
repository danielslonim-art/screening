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layout. Use it once, for the opening slide. The checkpoint line at the bottom is part of the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Use one per part of a longer talk; skip it for talks under ten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and content. Body text is bulleted; press Tab for a second level. Keep to five or six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content. Each column has a heading and bulleted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with key point. The tinted panel is part of the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numbers. Three columns of number and label; leave a column empty if you only have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only, used here for the colour rules. Red, green and amber are reserved for these meanings.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only. Use it for any custom diagram or flow. Keep content inside the dashed area so it clears the title and source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only, dark. Good for takeaways before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Statement. One sentence only. The red dot is part of the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with caption. The picture box is empty on purpose: click its icon to insert an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Add contact details or next steps in the second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Blank. No title, footer or slide number. Use it for a full-bleed image such as a one-page handout.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/>
          <p:nvPr>
            <p:ph idx="100" type="body" hasCustomPrompt="1"/>
          </p:nvPr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400" b="1" spc="3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EVENT, TEAM OR SERIES</a:t>
            </a:r>
            <a:endParaRPr lang="en-US" sz="1400" dirty="0"/>
          </a:p>
        </p:txBody>
      </p:sp>
      <p:sp>
        <p:nvSpPr>
          <p:cNvPr id="3" name="Title placeholder"/>
          <p:cNvSpPr/>
          <p:nvPr>
            <p:ph idx="101" type="title" hasCustomPrompt="1"/>
          </p:nvPr>
        </p:nvSpPr>
        <p:spPr>
          <a:xfrm>
            <a:off x="731520" y="18288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600" dirty="0"/>
          </a:p>
        </p:txBody>
      </p:sp>
      <p:sp>
        <p:nvSpPr>
          <p:cNvPr id="4" name="Subtitle placeholder"/>
          <p:cNvSpPr/>
          <p:nvPr>
            <p:ph idx="102" type="body" hasCustomPrompt="1"/>
          </p:nvPr>
        </p:nvSpPr>
        <p:spPr>
          <a:xfrm>
            <a:off x="731520" y="36576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subtitle</a:t>
            </a:r>
            <a:endParaRPr lang="en-US" sz="2000" dirty="0"/>
          </a:p>
        </p:txBody>
      </p:sp>
      <p:sp>
        <p:nvSpPr>
          <p:cNvPr id="5" name="Presenter placeholder"/>
          <p:cNvSpPr/>
          <p:nvPr>
            <p:ph idx="103" type="body" hasCustomPrompt="1"/>
          </p:nvPr>
        </p:nvSpPr>
        <p:spPr>
          <a:xfrm>
            <a:off x="73152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or role · date</a:t>
            </a: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914400" y="5349240"/>
            <a:ext cx="46177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5532120" y="5349240"/>
            <a:ext cx="55321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</a:ln>
        </p:spPr>
      </p:sp>
      <p:sp>
        <p:nvSpPr>
          <p:cNvPr id="8" name="Text 2"/>
          <p:cNvSpPr/>
          <p:nvPr/>
        </p:nvSpPr>
        <p:spPr>
          <a:xfrm>
            <a:off x="822960" y="5257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3749040" y="5257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7589520" y="5257800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10972800" y="5257800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5257800" y="5074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0" descr="/home/user/Screening/templates/presentation/assets/check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212080"/>
            <a:ext cx="274320" cy="274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placeholder"/>
          <p:cNvSpPr/>
          <p:nvPr>
            <p:ph idx="100" type="body" hasCustomPrompt="1"/>
          </p:nvPr>
        </p:nvSpPr>
        <p:spPr>
          <a:xfrm>
            <a:off x="73152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8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itle placeholder"/>
          <p:cNvSpPr/>
          <p:nvPr>
            <p:ph idx="101" type="title" hasCustomPrompt="1"/>
          </p:nvPr>
        </p:nvSpPr>
        <p:spPr>
          <a:xfrm>
            <a:off x="731520" y="2971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4" name="Body placeholder"/>
          <p:cNvSpPr/>
          <p:nvPr>
            <p:ph idx="102" type="body" hasCustomPrompt="1"/>
          </p:nvPr>
        </p:nvSpPr>
        <p:spPr>
          <a:xfrm>
            <a:off x="731520" y="4160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section covers, in a sentence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title: say the point, not the topic</a:t>
            </a:r>
            <a:endParaRPr lang="en-US" sz="2800" dirty="0"/>
          </a:p>
        </p:txBody>
      </p:sp>
      <p:sp>
        <p:nvSpPr>
          <p:cNvPr id="3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OR TOPIC</a:t>
            </a:r>
            <a:endParaRPr lang="en-US" sz="10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cite the legislation, guidance, policy section or list entry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6" name="Body placeholder"/>
          <p:cNvSpPr/>
          <p:nvPr>
            <p:ph idx="104" type="body" hasCustomPrompt="1"/>
          </p:nvPr>
        </p:nvSpPr>
        <p:spPr>
          <a:xfrm>
            <a:off x="548640" y="1600200"/>
            <a:ext cx="110916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228600" indent="-228600">
              <a:spcAft>
                <a:spcPts val="800"/>
              </a:spcAft>
              <a:buSzPct val="100000"/>
              <a:buChar char="•"/>
              <a:def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points. Press Tab for a second level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title: say the point, not the topic</a:t>
            </a:r>
            <a:endParaRPr lang="en-US" sz="2800" dirty="0"/>
          </a:p>
        </p:txBody>
      </p:sp>
      <p:sp>
        <p:nvSpPr>
          <p:cNvPr id="3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OR TOPIC</a:t>
            </a:r>
            <a:endParaRPr lang="en-US" sz="10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cite the legislation, guidance, policy section or list entry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6" name="HeadingLeft placeholder"/>
          <p:cNvSpPr/>
          <p:nvPr>
            <p:ph idx="104" type="body" hasCustomPrompt="1"/>
          </p:nvPr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heading</a:t>
            </a:r>
            <a:endParaRPr lang="en-US" sz="1600" dirty="0"/>
          </a:p>
        </p:txBody>
      </p:sp>
      <p:sp>
        <p:nvSpPr>
          <p:cNvPr id="7" name="Left placeholder"/>
          <p:cNvSpPr/>
          <p:nvPr>
            <p:ph idx="105" type="body" hasCustomPrompt="1"/>
          </p:nvPr>
        </p:nvSpPr>
        <p:spPr>
          <a:xfrm>
            <a:off x="548640" y="21031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points</a:t>
            </a:r>
            <a:endParaRPr lang="en-US" sz="1600" dirty="0"/>
          </a:p>
        </p:txBody>
      </p:sp>
      <p:sp>
        <p:nvSpPr>
          <p:cNvPr id="8" name="HeadingRight placeholder"/>
          <p:cNvSpPr/>
          <p:nvPr>
            <p:ph idx="106" type="body" hasCustomPrompt="1"/>
          </p:nvPr>
        </p:nvSpPr>
        <p:spPr>
          <a:xfrm>
            <a:off x="6245352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heading</a:t>
            </a:r>
            <a:endParaRPr lang="en-US" sz="1600" dirty="0"/>
          </a:p>
        </p:txBody>
      </p:sp>
      <p:sp>
        <p:nvSpPr>
          <p:cNvPr id="9" name="Right placeholder"/>
          <p:cNvSpPr/>
          <p:nvPr>
            <p:ph idx="107" type="body" hasCustomPrompt="1"/>
          </p:nvPr>
        </p:nvSpPr>
        <p:spPr>
          <a:xfrm>
            <a:off x="6245352" y="21031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points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key poi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title: say the point, not the topic</a:t>
            </a:r>
            <a:endParaRPr lang="en-US" sz="2800" dirty="0"/>
          </a:p>
        </p:txBody>
      </p:sp>
      <p:sp>
        <p:nvSpPr>
          <p:cNvPr id="3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OR TOPIC</a:t>
            </a:r>
            <a:endParaRPr lang="en-US" sz="10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cite the legislation, guidance, policy section or list entry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6" name="Body placeholder"/>
          <p:cNvSpPr/>
          <p:nvPr>
            <p:ph idx="104" type="body" hasCustomPrompt="1"/>
          </p:nvPr>
        </p:nvSpPr>
        <p:spPr>
          <a:xfrm>
            <a:off x="548640" y="1600200"/>
            <a:ext cx="68580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228600" indent="-228600">
              <a:spcAft>
                <a:spcPts val="800"/>
              </a:spcAft>
              <a:buSzPct val="100000"/>
              <a:buChar char="•"/>
              <a:def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points</a:t>
            </a:r>
            <a:endParaRPr lang="en-US" sz="1800" dirty="0"/>
          </a:p>
        </p:txBody>
      </p:sp>
      <p:sp>
        <p:nvSpPr>
          <p:cNvPr id="7" name="Text 1"/>
          <p:cNvSpPr/>
          <p:nvPr/>
        </p:nvSpPr>
        <p:spPr>
          <a:xfrm>
            <a:off x="7818120" y="1600200"/>
            <a:ext cx="3822192" cy="4434840"/>
          </a:xfrm>
          <a:prstGeom prst="roundRect">
            <a:avLst>
              <a:gd name="adj" fmla="val 2392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KeyLabel placeholder"/>
          <p:cNvSpPr/>
          <p:nvPr>
            <p:ph idx="106" type="body" hasCustomPrompt="1"/>
          </p:nvPr>
        </p:nvSpPr>
        <p:spPr>
          <a:xfrm>
            <a:off x="80924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</a:t>
            </a:r>
            <a:endParaRPr lang="en-US" sz="1100" dirty="0"/>
          </a:p>
        </p:txBody>
      </p:sp>
      <p:sp>
        <p:nvSpPr>
          <p:cNvPr id="9" name="Key placeholder"/>
          <p:cNvSpPr/>
          <p:nvPr>
            <p:ph idx="107" type="body" hasCustomPrompt="1"/>
          </p:nvPr>
        </p:nvSpPr>
        <p:spPr>
          <a:xfrm>
            <a:off x="8092440" y="22860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the audience should remember from this slide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title: say the point, not the topic</a:t>
            </a:r>
            <a:endParaRPr lang="en-US" sz="2800" dirty="0"/>
          </a:p>
        </p:txBody>
      </p:sp>
      <p:sp>
        <p:nvSpPr>
          <p:cNvPr id="3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OR TOPIC</a:t>
            </a:r>
            <a:endParaRPr lang="en-US" sz="10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cite the legislation, guidance, policy section or list entry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6" name="Shape 1"/>
          <p:cNvSpPr/>
          <p:nvPr/>
        </p:nvSpPr>
        <p:spPr>
          <a:xfrm>
            <a:off x="548640" y="1965960"/>
            <a:ext cx="3575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Number1 placeholder"/>
          <p:cNvSpPr/>
          <p:nvPr>
            <p:ph idx="105" type="body" hasCustomPrompt="1"/>
          </p:nvPr>
        </p:nvSpPr>
        <p:spPr>
          <a:xfrm>
            <a:off x="548640" y="2194560"/>
            <a:ext cx="3575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5400" dirty="0"/>
          </a:p>
        </p:txBody>
      </p:sp>
      <p:sp>
        <p:nvSpPr>
          <p:cNvPr id="8" name="Label1 placeholder"/>
          <p:cNvSpPr/>
          <p:nvPr>
            <p:ph idx="106" type="body" hasCustomPrompt="1"/>
          </p:nvPr>
        </p:nvSpPr>
        <p:spPr>
          <a:xfrm>
            <a:off x="548640" y="3429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 means, and its source</a:t>
            </a:r>
            <a:endParaRPr lang="en-US" sz="1500" dirty="0"/>
          </a:p>
        </p:txBody>
      </p:sp>
      <p:sp>
        <p:nvSpPr>
          <p:cNvPr id="9" name="Shape 2"/>
          <p:cNvSpPr/>
          <p:nvPr/>
        </p:nvSpPr>
        <p:spPr>
          <a:xfrm>
            <a:off x="4306824" y="1965960"/>
            <a:ext cx="3575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0" name="Number2 placeholder"/>
          <p:cNvSpPr/>
          <p:nvPr>
            <p:ph idx="108" type="body" hasCustomPrompt="1"/>
          </p:nvPr>
        </p:nvSpPr>
        <p:spPr>
          <a:xfrm>
            <a:off x="4306824" y="2194560"/>
            <a:ext cx="3575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Label2 placeholder"/>
          <p:cNvSpPr/>
          <p:nvPr>
            <p:ph idx="109" type="body" hasCustomPrompt="1"/>
          </p:nvPr>
        </p:nvSpPr>
        <p:spPr>
          <a:xfrm>
            <a:off x="4306824" y="3429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 means, and its source</a:t>
            </a:r>
            <a:endParaRPr lang="en-US" sz="1500" dirty="0"/>
          </a:p>
        </p:txBody>
      </p:sp>
      <p:sp>
        <p:nvSpPr>
          <p:cNvPr id="12" name="Shape 3"/>
          <p:cNvSpPr/>
          <p:nvPr/>
        </p:nvSpPr>
        <p:spPr>
          <a:xfrm>
            <a:off x="8065008" y="1965960"/>
            <a:ext cx="3575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3" name="Number3 placeholder"/>
          <p:cNvSpPr/>
          <p:nvPr>
            <p:ph idx="111" type="body" hasCustomPrompt="1"/>
          </p:nvPr>
        </p:nvSpPr>
        <p:spPr>
          <a:xfrm>
            <a:off x="8065008" y="2194560"/>
            <a:ext cx="3575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14" name="Label3 placeholder"/>
          <p:cNvSpPr/>
          <p:nvPr>
            <p:ph idx="112" type="body" hasCustomPrompt="1"/>
          </p:nvPr>
        </p:nvSpPr>
        <p:spPr>
          <a:xfrm>
            <a:off x="8065008" y="3429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 means, and its source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title: say the point, not the topic</a:t>
            </a:r>
            <a:endParaRPr lang="en-US" sz="2800" dirty="0"/>
          </a:p>
        </p:txBody>
      </p:sp>
      <p:sp>
        <p:nvSpPr>
          <p:cNvPr id="3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OR TOPIC</a:t>
            </a:r>
            <a:endParaRPr lang="en-US" sz="10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cite the legislation, guidance, policy section or list entry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,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548640" y="5486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3" name="Tag placeholder"/>
          <p:cNvSpPr/>
          <p:nvPr>
            <p:ph idx="101" type="body" hasCustomPrompt="1"/>
          </p:nvPr>
        </p:nvSpPr>
        <p:spPr>
          <a:xfrm>
            <a:off x="9326880" y="62179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sz="10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OR TOPIC</a:t>
            </a:r>
            <a:endParaRPr lang="en-US" sz="10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cite the legislation, guidance, policy section or list entry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8132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tatement placeholder"/>
          <p:cNvSpPr/>
          <p:nvPr>
            <p:ph idx="101" type="body" hasCustomPrompt="1"/>
          </p:nvPr>
        </p:nvSpPr>
        <p:spPr>
          <a:xfrm>
            <a:off x="731520" y="1828800"/>
            <a:ext cx="10241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statement, in one or two lines</a:t>
            </a:r>
            <a:endParaRPr lang="en-US" sz="3600" dirty="0"/>
          </a:p>
        </p:txBody>
      </p:sp>
      <p:sp>
        <p:nvSpPr>
          <p:cNvPr id="4" name="Attribution placeholder"/>
          <p:cNvSpPr/>
          <p:nvPr>
            <p:ph idx="102" type="body" hasCustomPrompt="1"/>
          </p:nvPr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or source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title: say the point, not the topic</a:t>
            </a:r>
            <a:endParaRPr lang="en-US" sz="2800" dirty="0"/>
          </a:p>
        </p:txBody>
      </p:sp>
      <p:sp>
        <p:nvSpPr>
          <p:cNvPr id="3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OR TOPIC</a:t>
            </a:r>
            <a:endParaRPr lang="en-US" sz="10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cite the legislation, guidance, policy section or list entry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85216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Checkout.com · Global Screening</a:t>
            </a:r>
            <a:endParaRPr lang="en-US" sz="1000" dirty="0"/>
          </a:p>
        </p:txBody>
      </p:sp>
      <p:sp>
        <p:nvSpPr>
          <p:cNvPr id="6" name="Picture placeholder"/>
          <p:cNvSpPr/>
          <p:nvPr>
            <p:ph idx="104" hasCustomPrompt="1"/>
          </p:nvPr>
        </p:nvSpPr>
        <p:spPr>
          <a:xfrm>
            <a:off x="548640" y="1600200"/>
            <a:ext cx="68580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dirty="0"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 picture or screenshot</a:t>
            </a:r>
            <a:endParaRPr lang="en-US" dirty="0"/>
          </a:p>
        </p:txBody>
      </p:sp>
      <p:sp>
        <p:nvSpPr>
          <p:cNvPr id="7" name="CaptionHeading placeholder"/>
          <p:cNvSpPr/>
          <p:nvPr>
            <p:ph idx="105" type="body" hasCustomPrompt="1"/>
          </p:nvPr>
        </p:nvSpPr>
        <p:spPr>
          <a:xfrm>
            <a:off x="7818120" y="160020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heading</a:t>
            </a:r>
            <a:endParaRPr lang="en-US" sz="1800" dirty="0"/>
          </a:p>
        </p:txBody>
      </p:sp>
      <p:sp>
        <p:nvSpPr>
          <p:cNvPr id="8" name="Caption placeholder"/>
          <p:cNvSpPr/>
          <p:nvPr>
            <p:ph idx="106" type="body" hasCustomPrompt="1"/>
          </p:nvPr>
        </p:nvSpPr>
        <p:spPr>
          <a:xfrm>
            <a:off x="7818120" y="2468880"/>
            <a:ext cx="38221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audience should notice in the picture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600" dirty="0"/>
          </a:p>
        </p:txBody>
      </p:sp>
      <p:sp>
        <p:nvSpPr>
          <p:cNvPr id="3" name="Body placeholder"/>
          <p:cNvSpPr/>
          <p:nvPr>
            <p:ph idx="101" type="body" hasCustomPrompt="1"/>
          </p:nvPr>
        </p:nvSpPr>
        <p:spPr>
          <a:xfrm>
            <a:off x="731520" y="32918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 or next steps</a:t>
            </a:r>
            <a:endParaRPr lang="en-US" sz="1800" dirty="0"/>
          </a:p>
        </p:txBody>
      </p:sp>
      <p:sp>
        <p:nvSpPr>
          <p:cNvPr id="4" name="Shape 0"/>
          <p:cNvSpPr/>
          <p:nvPr/>
        </p:nvSpPr>
        <p:spPr>
          <a:xfrm>
            <a:off x="914400" y="5349240"/>
            <a:ext cx="46177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532120" y="5349240"/>
            <a:ext cx="55321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>
            <a:off x="822960" y="5257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749040" y="5257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589520" y="5257800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0972800" y="5257800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257800" y="5074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/home/user/Screening/templates/presentation/assets/check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212080"/>
            <a:ext cx="274320" cy="274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/>
          <p:nvPr>
            <p:ph idx="100" type="body" hasCustomPrompt="1"/>
          </p:nvPr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SCREENING</a:t>
            </a:r>
            <a:endParaRPr lang="en-US" sz="1400" dirty="0"/>
          </a:p>
        </p:txBody>
      </p:sp>
      <p:sp>
        <p:nvSpPr>
          <p:cNvPr id="3" name="Title placeholder"/>
          <p:cNvSpPr/>
          <p:nvPr>
            <p:ph idx="101" type="title" hasCustomPrompt="1"/>
          </p:nvPr>
        </p:nvSpPr>
        <p:spPr>
          <a:xfrm>
            <a:off x="731520" y="18288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template</a:t>
            </a:r>
            <a:endParaRPr lang="en-US" sz="4600" dirty="0"/>
          </a:p>
        </p:txBody>
      </p:sp>
      <p:sp>
        <p:nvSpPr>
          <p:cNvPr id="4" name="Subtitle placeholder"/>
          <p:cNvSpPr/>
          <p:nvPr>
            <p:ph idx="102" type="body" hasCustomPrompt="1"/>
          </p:nvPr>
        </p:nvSpPr>
        <p:spPr>
          <a:xfrm>
            <a:off x="731520" y="36576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layouts and one theme, and how to use them</a:t>
            </a:r>
            <a:endParaRPr lang="en-US" sz="2000" dirty="0"/>
          </a:p>
        </p:txBody>
      </p:sp>
      <p:sp>
        <p:nvSpPr>
          <p:cNvPr id="5" name="Presenter placeholder"/>
          <p:cNvSpPr/>
          <p:nvPr>
            <p:ph idx="103" type="body" hasCustomPrompt="1"/>
          </p:nvPr>
        </p:nvSpPr>
        <p:spPr>
          <a:xfrm>
            <a:off x="73152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Screening · Checkout.com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placeholder"/>
          <p:cNvSpPr/>
          <p:nvPr>
            <p:ph idx="100" type="body" hasCustomPrompt="1"/>
          </p:nvPr>
        </p:nvSpPr>
        <p:spPr>
          <a:xfrm>
            <a:off x="73152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itle placeholder"/>
          <p:cNvSpPr/>
          <p:nvPr>
            <p:ph idx="101" type="title" hasCustomPrompt="1"/>
          </p:nvPr>
        </p:nvSpPr>
        <p:spPr>
          <a:xfrm>
            <a:off x="731520" y="2971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layouts</a:t>
            </a:r>
            <a:endParaRPr lang="en-US" sz="4000" dirty="0"/>
          </a:p>
        </p:txBody>
      </p:sp>
      <p:sp>
        <p:nvSpPr>
          <p:cNvPr id="4" name="Body placeholder"/>
          <p:cNvSpPr/>
          <p:nvPr>
            <p:ph idx="102" type="body" hasCustomPrompt="1"/>
          </p:nvPr>
        </p:nvSpPr>
        <p:spPr>
          <a:xfrm>
            <a:off x="731520" y="4160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layout from Home → New Slide, then type into the prompts.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SLIDES</a:t>
            </a:r>
            <a:endParaRPr lang="en-US" sz="1000" dirty="0"/>
          </a:p>
        </p:txBody>
      </p:sp>
      <p:sp>
        <p:nvSpPr>
          <p:cNvPr id="3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title the point you want remembered</a:t>
            </a:r>
            <a:endParaRPr lang="en-US" sz="2800" dirty="0"/>
          </a:p>
        </p:txBody>
      </p:sp>
      <p:sp>
        <p:nvSpPr>
          <p:cNvPr id="4" name="Body placeholder"/>
          <p:cNvSpPr/>
          <p:nvPr>
            <p:ph idx="104" type="body" hasCustomPrompt="1"/>
          </p:nvPr>
        </p:nvSpPr>
        <p:spPr>
          <a:xfrm>
            <a:off x="548640" y="1600200"/>
            <a:ext cx="110916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conclusion, then give the evidence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per slide; split any slide that needs two</a:t>
            </a:r>
            <a:endParaRPr lang="en-US" sz="1800" dirty="0"/>
          </a:p>
          <a:p>
            <a:pPr algn="l"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 is 18pt and second-level text 16pt</a:t>
            </a:r>
            <a:endParaRPr lang="en-US" sz="1800" dirty="0"/>
          </a:p>
          <a:p>
            <a:pPr algn="l" lvl="1" marL="457200" indent="-2286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go below 11pt on a slide that will be projected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every source on the source line, not in the body</a:t>
            </a:r>
            <a:endParaRPr lang="en-US" sz="1800" dirty="0"/>
          </a:p>
        </p:txBody>
      </p:sp>
      <p:sp>
        <p:nvSpPr>
          <p:cNvPr id="5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lines take the legislation, regulator guidance, policy section or list entry relied 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LAYOUT</a:t>
            </a:r>
            <a:endParaRPr lang="en-US" sz="1000" dirty="0"/>
          </a:p>
        </p:txBody>
      </p:sp>
      <p:sp>
        <p:nvSpPr>
          <p:cNvPr id="3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columns to compare, not to fit more in</a:t>
            </a:r>
            <a:endParaRPr lang="en-US" sz="2800" dirty="0"/>
          </a:p>
        </p:txBody>
      </p:sp>
      <p:sp>
        <p:nvSpPr>
          <p:cNvPr id="4" name="HeadingLeft placeholder"/>
          <p:cNvSpPr/>
          <p:nvPr>
            <p:ph idx="104" type="body" hasCustomPrompt="1"/>
          </p:nvPr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uses</a:t>
            </a:r>
            <a:endParaRPr lang="en-US" sz="1600" dirty="0"/>
          </a:p>
        </p:txBody>
      </p:sp>
      <p:sp>
        <p:nvSpPr>
          <p:cNvPr id="5" name="Left placeholder"/>
          <p:cNvSpPr/>
          <p:nvPr>
            <p:ph idx="105" type="body" hasCustomPrompt="1"/>
          </p:nvPr>
        </p:nvSpPr>
        <p:spPr>
          <a:xfrm>
            <a:off x="548640" y="21031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regimes or two options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and what we don't</a:t>
            </a:r>
            <a:endParaRPr lang="en-US" sz="1600" dirty="0"/>
          </a:p>
        </p:txBody>
      </p:sp>
      <p:sp>
        <p:nvSpPr>
          <p:cNvPr id="6" name="HeadingRight placeholder"/>
          <p:cNvSpPr/>
          <p:nvPr>
            <p:ph idx="106" type="body" hasCustomPrompt="1"/>
          </p:nvPr>
        </p:nvSpPr>
        <p:spPr>
          <a:xfrm>
            <a:off x="6245352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uses</a:t>
            </a:r>
            <a:endParaRPr lang="en-US" sz="1600" dirty="0"/>
          </a:p>
        </p:txBody>
      </p:sp>
      <p:sp>
        <p:nvSpPr>
          <p:cNvPr id="7" name="Right placeholder"/>
          <p:cNvSpPr/>
          <p:nvPr>
            <p:ph idx="107" type="body" hasCustomPrompt="1"/>
          </p:nvPr>
        </p:nvSpPr>
        <p:spPr>
          <a:xfrm>
            <a:off x="6245352" y="21031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from a full slide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unrelated lists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a table would show better</a:t>
            </a:r>
            <a:endParaRPr lang="en-US" sz="1600" dirty="0"/>
          </a:p>
        </p:txBody>
      </p:sp>
      <p:sp>
        <p:nvSpPr>
          <p:cNvPr id="8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add one if the columns make claims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LAYOUT</a:t>
            </a:r>
            <a:endParaRPr lang="en-US" sz="1000" dirty="0"/>
          </a:p>
        </p:txBody>
      </p:sp>
      <p:sp>
        <p:nvSpPr>
          <p:cNvPr id="3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the detail with the one thing to remember</a:t>
            </a:r>
            <a:endParaRPr lang="en-US" sz="2800" dirty="0"/>
          </a:p>
        </p:txBody>
      </p:sp>
      <p:sp>
        <p:nvSpPr>
          <p:cNvPr id="4" name="Body placeholder"/>
          <p:cNvSpPr/>
          <p:nvPr>
            <p:ph idx="104" type="body" hasCustomPrompt="1"/>
          </p:nvPr>
        </p:nvSpPr>
        <p:spPr>
          <a:xfrm>
            <a:off x="548640" y="1600200"/>
            <a:ext cx="68580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or evidence the point on the left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key point to one sentence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at most once or twice per talk</a:t>
            </a:r>
            <a:endParaRPr lang="en-US" sz="1800" dirty="0"/>
          </a:p>
        </p:txBody>
      </p:sp>
      <p:sp>
        <p:nvSpPr>
          <p:cNvPr id="5" name="KeyLabel placeholder"/>
          <p:cNvSpPr/>
          <p:nvPr>
            <p:ph idx="106" type="body" hasCustomPrompt="1"/>
          </p:nvPr>
        </p:nvSpPr>
        <p:spPr>
          <a:xfrm>
            <a:off x="80924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</a:t>
            </a:r>
            <a:endParaRPr lang="en-US" sz="1100" dirty="0"/>
          </a:p>
        </p:txBody>
      </p:sp>
      <p:sp>
        <p:nvSpPr>
          <p:cNvPr id="6" name="Key placeholder"/>
          <p:cNvSpPr/>
          <p:nvPr>
            <p:ph idx="107" type="body" hasCustomPrompt="1"/>
          </p:nvPr>
        </p:nvSpPr>
        <p:spPr>
          <a:xfrm>
            <a:off x="8092440" y="22860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room remembers one sentence from this slide, it should be this one.</a:t>
            </a:r>
            <a:endParaRPr lang="en-US" sz="2200" dirty="0"/>
          </a:p>
        </p:txBody>
      </p:sp>
      <p:sp>
        <p:nvSpPr>
          <p:cNvPr id="7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add one if the key point is a claim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TEMPLATE</a:t>
            </a:r>
            <a:endParaRPr lang="en-US" sz="1000" dirty="0"/>
          </a:p>
        </p:txBody>
      </p:sp>
      <p:sp>
        <p:nvSpPr>
          <p:cNvPr id="3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up to three numbers, each with its meaning</a:t>
            </a:r>
            <a:endParaRPr lang="en-US" sz="2800" dirty="0"/>
          </a:p>
        </p:txBody>
      </p:sp>
      <p:sp>
        <p:nvSpPr>
          <p:cNvPr id="4" name="Number1 placeholder"/>
          <p:cNvSpPr/>
          <p:nvPr>
            <p:ph idx="105" type="body" hasCustomPrompt="1"/>
          </p:nvPr>
        </p:nvSpPr>
        <p:spPr>
          <a:xfrm>
            <a:off x="548640" y="2194560"/>
            <a:ext cx="3575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400" dirty="0"/>
          </a:p>
        </p:txBody>
      </p:sp>
      <p:sp>
        <p:nvSpPr>
          <p:cNvPr id="5" name="Label1 placeholder"/>
          <p:cNvSpPr/>
          <p:nvPr>
            <p:ph idx="106" type="body" hasCustomPrompt="1"/>
          </p:nvPr>
        </p:nvSpPr>
        <p:spPr>
          <a:xfrm>
            <a:off x="548640" y="3429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Layouts in the New Slide menu</a:t>
            </a:r>
            <a:endParaRPr lang="en-US" sz="1500" dirty="0"/>
          </a:p>
        </p:txBody>
      </p:sp>
      <p:sp>
        <p:nvSpPr>
          <p:cNvPr id="6" name="Number2 placeholder"/>
          <p:cNvSpPr/>
          <p:nvPr>
            <p:ph idx="108" type="body" hasCustomPrompt="1"/>
          </p:nvPr>
        </p:nvSpPr>
        <p:spPr>
          <a:xfrm>
            <a:off x="4306824" y="2194560"/>
            <a:ext cx="3575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18pt</a:t>
            </a:r>
            <a:endParaRPr lang="en-US" sz="5400" dirty="0"/>
          </a:p>
        </p:txBody>
      </p:sp>
      <p:sp>
        <p:nvSpPr>
          <p:cNvPr id="7" name="Label2 placeholder"/>
          <p:cNvSpPr/>
          <p:nvPr>
            <p:ph idx="109" type="body" hasCustomPrompt="1"/>
          </p:nvPr>
        </p:nvSpPr>
        <p:spPr>
          <a:xfrm>
            <a:off x="4306824" y="3429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 on content slides</a:t>
            </a:r>
            <a:endParaRPr lang="en-US" sz="1500" dirty="0"/>
          </a:p>
        </p:txBody>
      </p:sp>
      <p:sp>
        <p:nvSpPr>
          <p:cNvPr id="8" name="Number3 placeholder"/>
          <p:cNvSpPr/>
          <p:nvPr>
            <p:ph idx="111" type="body" hasCustomPrompt="1"/>
          </p:nvPr>
        </p:nvSpPr>
        <p:spPr>
          <a:xfrm>
            <a:off x="8065008" y="2194560"/>
            <a:ext cx="3575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Label3 placeholder"/>
          <p:cNvSpPr/>
          <p:nvPr>
            <p:ph idx="112" type="body" hasCustomPrompt="1"/>
          </p:nvPr>
        </p:nvSpPr>
        <p:spPr>
          <a:xfrm>
            <a:off x="8065008" y="3429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to change when rebranding</a:t>
            </a:r>
            <a:endParaRPr lang="en-US" sz="1500" dirty="0"/>
          </a:p>
        </p:txBody>
      </p:sp>
      <p:sp>
        <p:nvSpPr>
          <p:cNvPr id="10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every number on a real slide needs 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AND TYPE</a:t>
            </a:r>
            <a:endParaRPr lang="en-US" sz="1000" dirty="0"/>
          </a:p>
        </p:txBody>
      </p:sp>
      <p:sp>
        <p:nvSpPr>
          <p:cNvPr id="3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carries meaning, so use it the same way every time</a:t>
            </a:r>
            <a:endParaRPr lang="en-US" sz="28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Fonts: Arial throughout, so slides look the same on every machine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00200" y="1618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#0B1526 · theme text1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06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Text, dark backgrounds, our own system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06824" y="160020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58384" y="1618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Indigo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358384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#3446D4 · theme accent1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306824" y="2606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Emphasis, numbers, section dividers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65008" y="160020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16568" y="1618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116568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#C8261B · theme accent2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65008" y="2606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Blocked, declined, a breach or a hard stop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84048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600200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Green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206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#12805A · theme accent3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846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Proceeds, passed, no match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06824" y="384048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358384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Amber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358384" y="4206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#B45309 · theme accent4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306824" y="4846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named human decides here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65008" y="3840480"/>
            <a:ext cx="82296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116568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Slate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16568" y="4206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#8B95A8 · theme accent5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065008" y="4846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Connectors, secondary text on dark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DIAGRAMS</a:t>
            </a:r>
            <a:endParaRPr lang="en-US" sz="1000" dirty="0"/>
          </a:p>
        </p:txBody>
      </p:sp>
      <p:sp>
        <p:nvSpPr>
          <p:cNvPr id="3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diagrams on the title-only layout, inside the content area</a:t>
            </a:r>
            <a:endParaRPr lang="en-US" sz="28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area: 0.6 in side margins, 1.75 in to 6.6 in from the top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94415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1097280" y="324612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46120" y="37033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3749040" y="324612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Check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97880" y="37033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6400800" y="324612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Decision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49640" y="37033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9052560" y="324612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Outcome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laceholder"/>
          <p:cNvSpPr/>
          <p:nvPr>
            <p:ph idx="101" type="body" hasCustomPrompt="1"/>
          </p:nvPr>
        </p:nvSpPr>
        <p:spPr>
          <a:xfrm>
            <a:off x="9326880" y="62179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A TALK</a:t>
            </a:r>
            <a:endParaRPr lang="en-US" sz="1000" dirty="0"/>
          </a:p>
        </p:txBody>
      </p:sp>
      <p:sp>
        <p:nvSpPr>
          <p:cNvPr id="3" name="Title placeholder"/>
          <p:cNvSpPr/>
          <p:nvPr>
            <p:ph idx="100" type="title" hasCustomPrompt="1"/>
          </p:nvPr>
        </p:nvSpPr>
        <p:spPr>
          <a:xfrm>
            <a:off x="548640" y="5486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on three things to take away</a:t>
            </a:r>
            <a:endParaRPr lang="en-US" sz="3200" dirty="0"/>
          </a:p>
        </p:txBody>
      </p:sp>
      <p:sp>
        <p:nvSpPr>
          <p:cNvPr id="4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add one if the takeaways make claims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01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3575304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Say the point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306824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02</a:t>
            </a:r>
            <a:endParaRPr lang="en-US" sz="4800" dirty="0"/>
          </a:p>
        </p:txBody>
      </p:sp>
      <p:sp>
        <p:nvSpPr>
          <p:cNvPr id="10" name="Shape 7"/>
          <p:cNvSpPr/>
          <p:nvPr/>
        </p:nvSpPr>
        <p:spPr>
          <a:xfrm>
            <a:off x="4306824" y="3154680"/>
            <a:ext cx="3575304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06824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Show the evidence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065008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03</a:t>
            </a:r>
            <a:endParaRPr lang="en-US" sz="4800" dirty="0"/>
          </a:p>
        </p:txBody>
      </p:sp>
      <p:sp>
        <p:nvSpPr>
          <p:cNvPr id="13" name="Shape 10"/>
          <p:cNvSpPr/>
          <p:nvPr/>
        </p:nvSpPr>
        <p:spPr>
          <a:xfrm>
            <a:off x="8065008" y="3154680"/>
            <a:ext cx="3575304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65008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Name who decides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 placeholder"/>
          <p:cNvSpPr/>
          <p:nvPr>
            <p:ph idx="101" type="body" hasCustomPrompt="1"/>
          </p:nvPr>
        </p:nvSpPr>
        <p:spPr>
          <a:xfrm>
            <a:off x="731520" y="1828800"/>
            <a:ext cx="10241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one thing, in one or two lines, and let it land.</a:t>
            </a:r>
            <a:endParaRPr lang="en-US" sz="3600" dirty="0"/>
          </a:p>
        </p:txBody>
      </p:sp>
      <p:sp>
        <p:nvSpPr>
          <p:cNvPr id="3" name="Attribution placeholder"/>
          <p:cNvSpPr/>
          <p:nvPr>
            <p:ph idx="102" type="body" hasCustomPrompt="1"/>
          </p:nvPr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 principle, a quote or a turning point in the talk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548640" y="38404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screenshot or diagram with what to notice</a:t>
            </a:r>
            <a:endParaRPr lang="en-US" sz="2800" dirty="0"/>
          </a:p>
        </p:txBody>
      </p:sp>
      <p:sp>
        <p:nvSpPr>
          <p:cNvPr id="3" name="Tag placeholder"/>
          <p:cNvSpPr/>
          <p:nvPr>
            <p:ph idx="101" type="body" hasCustomPrompt="1"/>
          </p:nvPr>
        </p:nvSpPr>
        <p:spPr>
          <a:xfrm>
            <a:off x="9326880" y="45720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PICTURES</a:t>
            </a:r>
            <a:endParaRPr lang="en-US" sz="1000" dirty="0"/>
          </a:p>
        </p:txBody>
      </p:sp>
      <p:sp>
        <p:nvSpPr>
          <p:cNvPr id="4" name="CaptionHeading placeholder"/>
          <p:cNvSpPr/>
          <p:nvPr>
            <p:ph idx="105" type="body" hasCustomPrompt="1"/>
          </p:nvPr>
        </p:nvSpPr>
        <p:spPr>
          <a:xfrm>
            <a:off x="7818120" y="160020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 picture in the box on the left</a:t>
            </a:r>
            <a:endParaRPr lang="en-US" sz="1800" dirty="0"/>
          </a:p>
        </p:txBody>
      </p:sp>
      <p:sp>
        <p:nvSpPr>
          <p:cNvPr id="5" name="Caption placeholder"/>
          <p:cNvSpPr/>
          <p:nvPr>
            <p:ph idx="106" type="body" hasCustomPrompt="1"/>
          </p:nvPr>
        </p:nvSpPr>
        <p:spPr>
          <a:xfrm>
            <a:off x="7818120" y="2468880"/>
            <a:ext cx="38221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say here what the audience should notice. Crop screenshots to the part that matters.</a:t>
            </a:r>
            <a:endParaRPr lang="en-US" sz="1500" dirty="0"/>
          </a:p>
        </p:txBody>
      </p:sp>
      <p:sp>
        <p:nvSpPr>
          <p:cNvPr id="6" name="Source placeholder"/>
          <p:cNvSpPr/>
          <p:nvPr>
            <p:ph idx="102" type="body" hasCustomPrompt="1"/>
          </p:nvPr>
        </p:nvSpPr>
        <p:spPr>
          <a:xfrm>
            <a:off x="54864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credit the image if it is not ours</a:t>
            </a:r>
            <a:endParaRPr lang="en-US" sz="1000" dirty="0"/>
          </a:p>
        </p:txBody>
      </p:sp>
      <p:sp>
        <p:nvSpPr>
          <p:cNvPr id="8" name="Picture placeholder"/>
          <p:cNvSpPr/>
          <p:nvPr>
            <p:ph idx="104" hasCustomPrompt="1"/>
          </p:nvPr>
        </p:nvSpPr>
        <p:spPr>
          <a:xfrm>
            <a:off x="548640" y="1600200"/>
            <a:ext cx="68580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093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idx="100" type="title" hasCustomPrompt="1"/>
          </p:nvPr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600" dirty="0"/>
          </a:p>
        </p:txBody>
      </p:sp>
      <p:sp>
        <p:nvSpPr>
          <p:cNvPr id="3" name="Body placeholder"/>
          <p:cNvSpPr/>
          <p:nvPr>
            <p:ph idx="101" type="body" hasCustomPrompt="1"/>
          </p:nvPr>
        </p:nvSpPr>
        <p:spPr>
          <a:xfrm>
            <a:off x="731520" y="32918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Screening · Checkout.com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Blank: for full-bleed images and anything that needs the whole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al Screening">
  <a:themeElements>
    <a:clrScheme name="Global Screening">
      <a:dk1>
        <a:srgbClr val="0B1526"/>
      </a:dk1>
      <a:lt1>
        <a:srgbClr val="FFFFFF"/>
      </a:lt1>
      <a:dk2>
        <a:srgbClr val="55617A"/>
      </a:dk2>
      <a:lt2>
        <a:srgbClr val="F2F4F8"/>
      </a:lt2>
      <a:accent1>
        <a:srgbClr val="3446D4"/>
      </a:accent1>
      <a:accent2>
        <a:srgbClr val="C8261B"/>
      </a:accent2>
      <a:accent3>
        <a:srgbClr val="12805A"/>
      </a:accent3>
      <a:accent4>
        <a:srgbClr val="B45309"/>
      </a:accent4>
      <a:accent5>
        <a:srgbClr val="8B95A8"/>
      </a:accent5>
      <a:accent6>
        <a:srgbClr val="D3D9E3"/>
      </a:accent6>
      <a:hlink>
        <a:srgbClr val="3446D4"/>
      </a:hlink>
      <a:folHlink>
        <a:srgbClr val="55617A"/>
      </a:folHlink>
    </a:clrScheme>
    <a:fontScheme name="Global Screen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Checkout.com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Screening template guide</dc:title>
  <dc:subject>PptxGenJS Presentation</dc:subject>
  <dc:creator>PptxGenJS</dc:creator>
  <cp:lastModifiedBy>PptxGenJS</cp:lastModifiedBy>
  <cp:revision>1</cp:revision>
  <dcterms:created xsi:type="dcterms:W3CDTF">2026-10-06T23:58:58Z</dcterms:created>
  <dcterms:modified xsi:type="dcterms:W3CDTF">2026-10-06T23:58:58Z</dcterms:modified>
</cp:coreProperties>
</file>